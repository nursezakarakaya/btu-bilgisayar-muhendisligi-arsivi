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notesMasterIdLst>
    <p:notesMasterId r:id="rId14"/>
  </p:notesMasterIdLst>
  <p:handoutMasterIdLst>
    <p:handoutMasterId r:id="rId15"/>
  </p:handoutMasterIdLst>
  <p:sldIdLst>
    <p:sldId id="306" r:id="rId5"/>
    <p:sldId id="307" r:id="rId6"/>
    <p:sldId id="308" r:id="rId7"/>
    <p:sldId id="304" r:id="rId8"/>
    <p:sldId id="310" r:id="rId9"/>
    <p:sldId id="305" r:id="rId10"/>
    <p:sldId id="311" r:id="rId11"/>
    <p:sldId id="309" r:id="rId12"/>
    <p:sldId id="312" r:id="rId13"/>
  </p:sldIdLst>
  <p:sldSz cx="12192000" cy="6858000"/>
  <p:notesSz cx="6858000" cy="9144000"/>
  <p:defaultTextStyle>
    <a:defPPr rtl="0"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9272" autoAdjust="0"/>
  </p:normalViewPr>
  <p:slideViewPr>
    <p:cSldViewPr snapToGrid="0">
      <p:cViewPr varScale="1">
        <p:scale>
          <a:sx n="62" d="100"/>
          <a:sy n="62" d="100"/>
        </p:scale>
        <p:origin x="1056" y="72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2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>
            <a:extLst>
              <a:ext uri="{FF2B5EF4-FFF2-40B4-BE49-F238E27FC236}">
                <a16:creationId xmlns:a16="http://schemas.microsoft.com/office/drawing/2014/main" id="{3D540216-9055-4C93-87A4-D0531F063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98AA5119-4B0E-448B-AC3C-D056BBBC970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536ADF-3EC2-4D6F-9F7F-1F88E3288139}" type="datetime1">
              <a:rPr lang="tr-TR" smtClean="0"/>
              <a:t>29.12.2025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3487CF48-2790-4843-BDF8-2D1DCCB4B36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A8CE5D44-D9F9-426F-84AB-A62A927CA27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890FA1-7FBD-4C37-BCAF-01F3D049D1A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356621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noProof="0"/>
          </a:p>
        </p:txBody>
      </p:sp>
      <p:sp>
        <p:nvSpPr>
          <p:cNvPr id="3" name="Tarih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A214D3A-912A-4866-90B4-0232CEDB2416}" type="datetime1">
              <a:rPr lang="tr-TR" noProof="0" smtClean="0"/>
              <a:t>29.12.2025</a:t>
            </a:fld>
            <a:endParaRPr lang="tr-TR" noProof="0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tr-TR" noProof="0"/>
          </a:p>
        </p:txBody>
      </p:sp>
      <p:sp>
        <p:nvSpPr>
          <p:cNvPr id="5" name="Notlar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noProof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5939589-3E79-4C82-AA4A-FE78234FAA59}" type="slidenum">
              <a:rPr lang="tr-TR" noProof="0" smtClean="0"/>
              <a:t>‹#›</a:t>
            </a:fld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43263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08294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629563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832761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564588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278352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174018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154615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17186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l">
              <a:defRPr sz="6000" b="1" i="0" cap="all" baseline="0"/>
            </a:lvl1pPr>
          </a:lstStyle>
          <a:p>
            <a:pPr rtl="0"/>
            <a:r>
              <a:rPr lang="tr-TR" noProof="0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tr-TR" noProof="0"/>
              <a:t>Asıl alt başlık stilini düzenlemek için tıklatın</a:t>
            </a:r>
          </a:p>
        </p:txBody>
      </p:sp>
      <p:cxnSp>
        <p:nvCxnSpPr>
          <p:cNvPr id="11" name="Düz Bağlayıcı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78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2 Slayt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448" y="594360"/>
            <a:ext cx="6272784" cy="2843784"/>
          </a:xfrm>
        </p:spPr>
        <p:txBody>
          <a:bodyPr rtlCol="0" anchor="b"/>
          <a:lstStyle>
            <a:lvl1pPr algn="l">
              <a:defRPr sz="5400" b="1" i="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41848" y="4700016"/>
            <a:ext cx="5093208" cy="1197864"/>
          </a:xfrm>
        </p:spPr>
        <p:txBody>
          <a:bodyPr rtlCol="0"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tr-TR" noProof="0"/>
              <a:t>Asıl alt başlık stilini düzenlemek için tıklatın</a:t>
            </a:r>
          </a:p>
        </p:txBody>
      </p:sp>
      <p:cxnSp>
        <p:nvCxnSpPr>
          <p:cNvPr id="9" name="Düz Bağlayıcı 8">
            <a:extLst>
              <a:ext uri="{FF2B5EF4-FFF2-40B4-BE49-F238E27FC236}">
                <a16:creationId xmlns:a16="http://schemas.microsoft.com/office/drawing/2014/main" id="{8E825845-66DD-4B77-A729-CD97D156FE6C}"/>
              </a:ext>
            </a:extLst>
          </p:cNvPr>
          <p:cNvCxnSpPr>
            <a:cxnSpLocks/>
          </p:cNvCxnSpPr>
          <p:nvPr userDrawn="1"/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rafik 12">
            <a:extLst>
              <a:ext uri="{FF2B5EF4-FFF2-40B4-BE49-F238E27FC236}">
                <a16:creationId xmlns:a16="http://schemas.microsoft.com/office/drawing/2014/main" id="{818B4386-1FCF-4ACE-BE25-AF9CC5E2256F}"/>
              </a:ext>
            </a:extLst>
          </p:cNvPr>
          <p:cNvSpPr/>
          <p:nvPr userDrawn="1"/>
        </p:nvSpPr>
        <p:spPr>
          <a:xfrm>
            <a:off x="82177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21" name="Grafik 13">
            <a:extLst>
              <a:ext uri="{FF2B5EF4-FFF2-40B4-BE49-F238E27FC236}">
                <a16:creationId xmlns:a16="http://schemas.microsoft.com/office/drawing/2014/main" id="{19319560-50ED-4963-A2CF-74663239D426}"/>
              </a:ext>
            </a:extLst>
          </p:cNvPr>
          <p:cNvSpPr/>
          <p:nvPr userDrawn="1"/>
        </p:nvSpPr>
        <p:spPr>
          <a:xfrm>
            <a:off x="78590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23" name="Grafik 15">
            <a:extLst>
              <a:ext uri="{FF2B5EF4-FFF2-40B4-BE49-F238E27FC236}">
                <a16:creationId xmlns:a16="http://schemas.microsoft.com/office/drawing/2014/main" id="{E5ABBDAD-943D-48F3-9C80-B29C48966C79}"/>
              </a:ext>
            </a:extLst>
          </p:cNvPr>
          <p:cNvSpPr/>
          <p:nvPr userDrawn="1"/>
        </p:nvSpPr>
        <p:spPr>
          <a:xfrm>
            <a:off x="78434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Yalnızca Başlık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sim Yer Tutucusu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66432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Resim eklemek için simgeye tıklayın</a:t>
            </a: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2936" y="585216"/>
            <a:ext cx="5833872" cy="2276856"/>
          </a:xfrm>
        </p:spPr>
        <p:txBody>
          <a:bodyPr rtlCol="0" anchor="b"/>
          <a:lstStyle>
            <a:lvl1pPr algn="r">
              <a:defRPr sz="6000" b="1" cap="all" spc="4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Başlık</a:t>
            </a:r>
          </a:p>
        </p:txBody>
      </p:sp>
      <p:sp>
        <p:nvSpPr>
          <p:cNvPr id="3" name="Tarih Yer Tutucusu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03.09.20XX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tr-TR" noProof="0" smtClean="0"/>
              <a:pPr/>
              <a:t>‹#›</a:t>
            </a:fld>
            <a:endParaRPr lang="tr-TR" noProof="0"/>
          </a:p>
        </p:txBody>
      </p:sp>
      <p:cxnSp>
        <p:nvCxnSpPr>
          <p:cNvPr id="14" name="Düz Bağlayıcı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Yer Tutucusu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02936" y="3127248"/>
            <a:ext cx="5833872" cy="3118104"/>
          </a:xfrm>
        </p:spPr>
        <p:txBody>
          <a:bodyPr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tr-TR" noProof="0"/>
              <a:t>Asıl metin stillerini düzenlemek için tıklayın</a:t>
            </a:r>
          </a:p>
        </p:txBody>
      </p:sp>
      <p:sp>
        <p:nvSpPr>
          <p:cNvPr id="11" name="Grafik 12">
            <a:extLst>
              <a:ext uri="{FF2B5EF4-FFF2-40B4-BE49-F238E27FC236}">
                <a16:creationId xmlns:a16="http://schemas.microsoft.com/office/drawing/2014/main" id="{EA1B6985-3E5A-40F4-9268-D4AB3BBF8C91}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3" name="Grafik 13">
            <a:extLst>
              <a:ext uri="{FF2B5EF4-FFF2-40B4-BE49-F238E27FC236}">
                <a16:creationId xmlns:a16="http://schemas.microsoft.com/office/drawing/2014/main" id="{338BC906-9D03-4280-85E8-21A81BC21D73}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7" name="Grafik 15">
            <a:extLst>
              <a:ext uri="{FF2B5EF4-FFF2-40B4-BE49-F238E27FC236}">
                <a16:creationId xmlns:a16="http://schemas.microsoft.com/office/drawing/2014/main" id="{C5C06D53-C9F6-47E8-BFE1-B8193A1AED8B}"/>
              </a:ext>
            </a:extLst>
          </p:cNvPr>
          <p:cNvSpPr/>
          <p:nvPr userDrawn="1"/>
        </p:nvSpPr>
        <p:spPr>
          <a:xfrm>
            <a:off x="1669987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sim Yer Tutucusu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51965" y="1665520"/>
            <a:ext cx="4266960" cy="426696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tr-TR" noProof="0"/>
              <a:t>Resim eklemek için simgeye tıklayın</a:t>
            </a: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4672" y="1335024"/>
            <a:ext cx="6190488" cy="1179576"/>
          </a:xfrm>
        </p:spPr>
        <p:txBody>
          <a:bodyPr lIns="91440" tIns="45720" rIns="91440" bIns="45720" rtlCol="0" anchor="b"/>
          <a:lstStyle>
            <a:lvl1pPr>
              <a:defRPr sz="5400"/>
            </a:lvl1pPr>
          </a:lstStyle>
          <a:p>
            <a:pPr rtl="0"/>
            <a:r>
              <a:rPr lang="tr-TR" noProof="0"/>
              <a:t>Esas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2" y="2825496"/>
            <a:ext cx="6190488" cy="3346704"/>
          </a:xfrm>
        </p:spPr>
        <p:txBody>
          <a:bodyPr rtlCol="0"/>
          <a:lstStyle>
            <a:lvl1pPr marL="0" indent="0">
              <a:lnSpc>
                <a:spcPct val="110000"/>
              </a:lnSpc>
              <a:buNone/>
              <a:defRPr sz="2000"/>
            </a:lvl1pPr>
            <a:lvl2pPr marL="228600">
              <a:defRPr sz="1800"/>
            </a:lvl2pPr>
            <a:lvl3pPr marL="457200">
              <a:defRPr sz="1600"/>
            </a:lvl3pPr>
            <a:lvl4pPr marL="685800">
              <a:defRPr sz="1400"/>
            </a:lvl4pPr>
            <a:lvl5pPr>
              <a:defRPr sz="1400"/>
            </a:lvl5pPr>
          </a:lstStyle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</p:txBody>
      </p:sp>
      <p:sp>
        <p:nvSpPr>
          <p:cNvPr id="4" name="Tarih Yer Tutucusu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r>
              <a:rPr lang="tr-TR" noProof="0"/>
              <a:t>03.09.20XX</a:t>
            </a:r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4424" y="621792"/>
            <a:ext cx="4114800" cy="365125"/>
          </a:xfrm>
        </p:spPr>
        <p:txBody>
          <a:bodyPr rtlCol="0"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tr-TR" noProof="0" smtClean="0"/>
              <a:pPr/>
              <a:t>‹#›</a:t>
            </a:fld>
            <a:endParaRPr lang="tr-TR" noProof="0"/>
          </a:p>
        </p:txBody>
      </p:sp>
      <p:cxnSp>
        <p:nvCxnSpPr>
          <p:cNvPr id="9" name="Düz Bağlayıcı 8">
            <a:extLst>
              <a:ext uri="{FF2B5EF4-FFF2-40B4-BE49-F238E27FC236}">
                <a16:creationId xmlns:a16="http://schemas.microsoft.com/office/drawing/2014/main" id="{FA8B3D0E-ED3F-46FA-AE79-5FEFDE9168E3}"/>
              </a:ext>
            </a:extLst>
          </p:cNvPr>
          <p:cNvCxnSpPr>
            <a:cxnSpLocks/>
          </p:cNvCxnSpPr>
          <p:nvPr userDrawn="1"/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rafik 10">
            <a:extLst>
              <a:ext uri="{FF2B5EF4-FFF2-40B4-BE49-F238E27FC236}">
                <a16:creationId xmlns:a16="http://schemas.microsoft.com/office/drawing/2014/main" id="{AAD06B87-D9B2-4F94-B734-A8F039A2033F}"/>
              </a:ext>
            </a:extLst>
          </p:cNvPr>
          <p:cNvSpPr/>
          <p:nvPr userDrawn="1"/>
        </p:nvSpPr>
        <p:spPr>
          <a:xfrm>
            <a:off x="11281590" y="2070656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9" name="Grafik 11">
            <a:extLst>
              <a:ext uri="{FF2B5EF4-FFF2-40B4-BE49-F238E27FC236}">
                <a16:creationId xmlns:a16="http://schemas.microsoft.com/office/drawing/2014/main" id="{BB13A13C-36EA-4B13-9175-C5FE95B34D33}"/>
              </a:ext>
            </a:extLst>
          </p:cNvPr>
          <p:cNvSpPr/>
          <p:nvPr userDrawn="1"/>
        </p:nvSpPr>
        <p:spPr>
          <a:xfrm>
            <a:off x="10969280" y="178001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ölüm Üst Bilgisi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3040"/>
            <a:ext cx="9144000" cy="2340864"/>
          </a:xfrm>
        </p:spPr>
        <p:txBody>
          <a:bodyPr rtlCol="0" anchor="b">
            <a:normAutofit/>
          </a:bodyPr>
          <a:lstStyle>
            <a:lvl1pPr algn="ctr">
              <a:defRPr sz="6000" b="1" i="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1325880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tr-TR" noProof="0"/>
              <a:t>Asıl alt başlık stilini düzenlemek için tıklayın</a:t>
            </a:r>
          </a:p>
        </p:txBody>
      </p:sp>
      <p:sp>
        <p:nvSpPr>
          <p:cNvPr id="4" name="Grafik 12">
            <a:extLst>
              <a:ext uri="{FF2B5EF4-FFF2-40B4-BE49-F238E27FC236}">
                <a16:creationId xmlns:a16="http://schemas.microsoft.com/office/drawing/2014/main" id="{8A41917E-4B97-447C-98AB-970D625F1DE6}"/>
              </a:ext>
            </a:extLst>
          </p:cNvPr>
          <p:cNvSpPr/>
          <p:nvPr userDrawn="1"/>
        </p:nvSpPr>
        <p:spPr>
          <a:xfrm>
            <a:off x="10772266" y="3054359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5" name="Grafik 13">
            <a:extLst>
              <a:ext uri="{FF2B5EF4-FFF2-40B4-BE49-F238E27FC236}">
                <a16:creationId xmlns:a16="http://schemas.microsoft.com/office/drawing/2014/main" id="{3B3FD238-4561-4AF8-A1F1-185B0CAFE2AC}"/>
              </a:ext>
            </a:extLst>
          </p:cNvPr>
          <p:cNvSpPr/>
          <p:nvPr userDrawn="1"/>
        </p:nvSpPr>
        <p:spPr>
          <a:xfrm>
            <a:off x="10724364" y="2515838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6" name="Grafik 15">
            <a:extLst>
              <a:ext uri="{FF2B5EF4-FFF2-40B4-BE49-F238E27FC236}">
                <a16:creationId xmlns:a16="http://schemas.microsoft.com/office/drawing/2014/main" id="{BAB9414C-AE69-4648-873E-9CE6B2DF8A71}"/>
              </a:ext>
            </a:extLst>
          </p:cNvPr>
          <p:cNvSpPr/>
          <p:nvPr userDrawn="1"/>
        </p:nvSpPr>
        <p:spPr>
          <a:xfrm>
            <a:off x="11024834" y="2787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7" name="Grafik 22">
            <a:extLst>
              <a:ext uri="{FF2B5EF4-FFF2-40B4-BE49-F238E27FC236}">
                <a16:creationId xmlns:a16="http://schemas.microsoft.com/office/drawing/2014/main" id="{3BF75235-4E6E-4184-82A5-EE6FE7993BBC}"/>
              </a:ext>
            </a:extLst>
          </p:cNvPr>
          <p:cNvSpPr/>
          <p:nvPr userDrawn="1"/>
        </p:nvSpPr>
        <p:spPr>
          <a:xfrm>
            <a:off x="1261869" y="2633448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1" name="Grafik 21">
            <a:extLst>
              <a:ext uri="{FF2B5EF4-FFF2-40B4-BE49-F238E27FC236}">
                <a16:creationId xmlns:a16="http://schemas.microsoft.com/office/drawing/2014/main" id="{E66FE37C-2F4B-42DA-BFF6-92DD00BDC49B}"/>
              </a:ext>
            </a:extLst>
          </p:cNvPr>
          <p:cNvSpPr/>
          <p:nvPr userDrawn="1"/>
        </p:nvSpPr>
        <p:spPr>
          <a:xfrm>
            <a:off x="1064053" y="3083338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3" name="Grafik 23">
            <a:extLst>
              <a:ext uri="{FF2B5EF4-FFF2-40B4-BE49-F238E27FC236}">
                <a16:creationId xmlns:a16="http://schemas.microsoft.com/office/drawing/2014/main" id="{DDD38822-731A-48DA-A8A0-FBBAF7A6D65D}"/>
              </a:ext>
            </a:extLst>
          </p:cNvPr>
          <p:cNvSpPr/>
          <p:nvPr userDrawn="1"/>
        </p:nvSpPr>
        <p:spPr>
          <a:xfrm>
            <a:off x="1413405" y="349287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3442482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sz="5400"/>
            </a:lvl1pPr>
          </a:lstStyle>
          <a:p>
            <a:pPr rtl="0"/>
            <a:r>
              <a:rPr lang="tr-TR" noProof="0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tr-TR" noProof="0" smtClean="0"/>
              <a:t>‹#›</a:t>
            </a:fld>
            <a:endParaRPr lang="tr-TR" noProof="0"/>
          </a:p>
        </p:txBody>
      </p:sp>
      <p:cxnSp>
        <p:nvCxnSpPr>
          <p:cNvPr id="7" name="Düz Bağlayıcı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1656" y="841248"/>
            <a:ext cx="4434840" cy="3236976"/>
          </a:xfrm>
        </p:spPr>
        <p:txBody>
          <a:bodyPr rtlCol="0" anchor="b"/>
          <a:lstStyle>
            <a:lvl1pPr algn="l">
              <a:lnSpc>
                <a:spcPct val="110000"/>
              </a:lnSpc>
              <a:spcBef>
                <a:spcPts val="1000"/>
              </a:spcBef>
              <a:defRPr sz="3600" b="0" i="0" cap="none" baseline="0"/>
            </a:lvl1pPr>
          </a:lstStyle>
          <a:p>
            <a:pPr rtl="0"/>
            <a:r>
              <a:rPr lang="tr-TR" noProof="0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5" y="4498848"/>
            <a:ext cx="4434835" cy="510474"/>
          </a:xfrm>
        </p:spPr>
        <p:txBody>
          <a:bodyPr rtlCol="0"/>
          <a:lstStyle>
            <a:lvl1pPr marL="0" indent="0" algn="l">
              <a:lnSpc>
                <a:spcPct val="11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tr-TR" noProof="0"/>
              <a:t>Asıl alt başlık stilini düzenlemek için tıklayın</a:t>
            </a:r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tr-TR" noProof="0" smtClean="0"/>
              <a:pPr/>
              <a:t>‹#›</a:t>
            </a:fld>
            <a:endParaRPr lang="tr-TR" noProof="0"/>
          </a:p>
        </p:txBody>
      </p:sp>
      <p:cxnSp>
        <p:nvCxnSpPr>
          <p:cNvPr id="7" name="Düz Bağlayıcı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kdörtgen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r-TR" noProof="0"/>
          </a:p>
        </p:txBody>
      </p:sp>
      <p:sp>
        <p:nvSpPr>
          <p:cNvPr id="13" name="Resim Yer Tutucusu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01752"/>
            <a:ext cx="5221224" cy="6263640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Resim eklemek için simgeye tıklayın</a:t>
            </a:r>
          </a:p>
        </p:txBody>
      </p:sp>
    </p:spTree>
    <p:extLst>
      <p:ext uri="{BB962C8B-B14F-4D97-AF65-F5344CB8AC3E}">
        <p14:creationId xmlns:p14="http://schemas.microsoft.com/office/powerpoint/2010/main" val="1299048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Başlık ve İçerik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65125"/>
            <a:ext cx="10771632" cy="1325563"/>
          </a:xfrm>
        </p:spPr>
        <p:txBody>
          <a:bodyPr rtlCol="0"/>
          <a:lstStyle>
            <a:lvl1pPr>
              <a:defRPr sz="5400" b="1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Başlık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825625"/>
            <a:ext cx="10771632" cy="4351338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</a:p>
        </p:txBody>
      </p:sp>
      <p:sp>
        <p:nvSpPr>
          <p:cNvPr id="4" name="Tarih Yer Tutucusu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03.09.20XX</a:t>
            </a:r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03920" y="841248"/>
            <a:ext cx="3630168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tr-TR" noProof="0" smtClean="0"/>
              <a:pPr/>
              <a:t>‹#›</a:t>
            </a:fld>
            <a:endParaRPr lang="tr-TR" noProof="0"/>
          </a:p>
        </p:txBody>
      </p:sp>
      <p:sp>
        <p:nvSpPr>
          <p:cNvPr id="9" name="Grafik 22">
            <a:extLst>
              <a:ext uri="{FF2B5EF4-FFF2-40B4-BE49-F238E27FC236}">
                <a16:creationId xmlns:a16="http://schemas.microsoft.com/office/drawing/2014/main" id="{4EADA2ED-8A8C-4D17-8798-F26BF3B4CE25}"/>
              </a:ext>
            </a:extLst>
          </p:cNvPr>
          <p:cNvSpPr/>
          <p:nvPr userDrawn="1"/>
        </p:nvSpPr>
        <p:spPr>
          <a:xfrm>
            <a:off x="11202264" y="344083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1" name="Grafik 23">
            <a:extLst>
              <a:ext uri="{FF2B5EF4-FFF2-40B4-BE49-F238E27FC236}">
                <a16:creationId xmlns:a16="http://schemas.microsoft.com/office/drawing/2014/main" id="{54AB3A25-6605-4446-9E53-ACEECD25E27B}"/>
              </a:ext>
            </a:extLst>
          </p:cNvPr>
          <p:cNvSpPr/>
          <p:nvPr userDrawn="1"/>
        </p:nvSpPr>
        <p:spPr>
          <a:xfrm>
            <a:off x="11563141" y="59091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122263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4752" y="1825625"/>
            <a:ext cx="4553712" cy="4351338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84848" y="1825625"/>
            <a:ext cx="4553712" cy="4351338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</a:p>
        </p:txBody>
      </p:sp>
      <p:cxnSp>
        <p:nvCxnSpPr>
          <p:cNvPr id="8" name="Düz Bağlayıcı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Grafik 15">
            <a:extLst>
              <a:ext uri="{FF2B5EF4-FFF2-40B4-BE49-F238E27FC236}">
                <a16:creationId xmlns:a16="http://schemas.microsoft.com/office/drawing/2014/main" id="{D8685329-C6A1-4CB4-8AAE-150D0341F6A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2" name="Grafik 16">
            <a:extLst>
              <a:ext uri="{FF2B5EF4-FFF2-40B4-BE49-F238E27FC236}">
                <a16:creationId xmlns:a16="http://schemas.microsoft.com/office/drawing/2014/main" id="{83CE1DAA-30A3-41AE-8AE1-A7EE5C48A6F3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4" name="Grafik 14">
            <a:extLst>
              <a:ext uri="{FF2B5EF4-FFF2-40B4-BE49-F238E27FC236}">
                <a16:creationId xmlns:a16="http://schemas.microsoft.com/office/drawing/2014/main" id="{065162DD-7ACB-4F9C-90DD-24C743035892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1205288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tr-TR" noProof="0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752" y="1681163"/>
            <a:ext cx="4553712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tr-TR" noProof="0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4752" y="2505075"/>
            <a:ext cx="4553712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84848" y="1681163"/>
            <a:ext cx="4553712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tr-TR" noProof="0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84848" y="2505075"/>
            <a:ext cx="4553712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</a:p>
        </p:txBody>
      </p:sp>
      <p:cxnSp>
        <p:nvCxnSpPr>
          <p:cNvPr id="10" name="Düz Bağlayıcı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fik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4" name="Grafik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6" name="Grafik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tr-TR" noProof="0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752" y="1681163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tr-TR" noProof="0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4752" y="2505075"/>
            <a:ext cx="28346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983480" y="1681163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tr-TR" noProof="0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983480" y="2505075"/>
            <a:ext cx="28346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</p:txBody>
      </p:sp>
      <p:cxnSp>
        <p:nvCxnSpPr>
          <p:cNvPr id="10" name="Düz Bağlayıcı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fik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4" name="Grafik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6" name="Grafik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5" name="Metin Yer Tutucusu 4">
            <a:extLst>
              <a:ext uri="{FF2B5EF4-FFF2-40B4-BE49-F238E27FC236}">
                <a16:creationId xmlns:a16="http://schemas.microsoft.com/office/drawing/2014/main" id="{2D693B15-7265-4478-9579-62FCD5222D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31352" y="1769269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tr-TR" noProof="0"/>
              <a:t>Asıl metin stillerini düzenlemek için tıklayın</a:t>
            </a:r>
          </a:p>
        </p:txBody>
      </p:sp>
      <p:sp>
        <p:nvSpPr>
          <p:cNvPr id="17" name="İçerik Yer Tutucusu 5">
            <a:extLst>
              <a:ext uri="{FF2B5EF4-FFF2-40B4-BE49-F238E27FC236}">
                <a16:creationId xmlns:a16="http://schemas.microsoft.com/office/drawing/2014/main" id="{48F9E92F-BB16-4896-A47F-6497C3D705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31352" y="2593181"/>
            <a:ext cx="28346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</p:txBody>
      </p:sp>
    </p:spTree>
    <p:extLst>
      <p:ext uri="{BB962C8B-B14F-4D97-AF65-F5344CB8AC3E}">
        <p14:creationId xmlns:p14="http://schemas.microsoft.com/office/powerpoint/2010/main" val="2373079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91656" y="804672"/>
            <a:ext cx="4434840" cy="886968"/>
          </a:xfrm>
        </p:spPr>
        <p:txBody>
          <a:bodyPr rtlCol="0" anchor="b"/>
          <a:lstStyle>
            <a:lvl1pPr algn="l">
              <a:defRPr sz="5400" b="0" i="0" cap="none" baseline="0"/>
            </a:lvl1pPr>
          </a:lstStyle>
          <a:p>
            <a:pPr rtl="0"/>
            <a:r>
              <a:rPr lang="tr-TR" noProof="0"/>
              <a:t>Başlık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91654" y="1801368"/>
            <a:ext cx="4434840" cy="4754880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tr-TR" noProof="0"/>
              <a:t>Asıl alt başlık stilini düzenlemek için tıklatın</a:t>
            </a:r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tr-TR" noProof="0" smtClean="0"/>
              <a:pPr/>
              <a:t>‹#›</a:t>
            </a:fld>
            <a:endParaRPr lang="tr-TR" noProof="0"/>
          </a:p>
        </p:txBody>
      </p:sp>
      <p:cxnSp>
        <p:nvCxnSpPr>
          <p:cNvPr id="7" name="Düz Bağlayıcı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kdörtgen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r-TR" noProof="0"/>
          </a:p>
        </p:txBody>
      </p:sp>
      <p:sp>
        <p:nvSpPr>
          <p:cNvPr id="13" name="Resim Yer Tutucusu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108960"/>
            <a:ext cx="5221224" cy="3447288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Resim eklemek için simgeye tıklayın</a:t>
            </a:r>
          </a:p>
        </p:txBody>
      </p:sp>
      <p:sp>
        <p:nvSpPr>
          <p:cNvPr id="10" name="Resim Yer Tutucusu 12">
            <a:extLst>
              <a:ext uri="{FF2B5EF4-FFF2-40B4-BE49-F238E27FC236}">
                <a16:creationId xmlns:a16="http://schemas.microsoft.com/office/drawing/2014/main" id="{F146D6C1-343E-4F97-A565-55BBB15F4C7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3464" y="301752"/>
            <a:ext cx="2459736" cy="2505456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Resim eklemek için simgeye tıklayın</a:t>
            </a:r>
          </a:p>
        </p:txBody>
      </p:sp>
      <p:sp>
        <p:nvSpPr>
          <p:cNvPr id="11" name="Resim Yer Tutucusu 12">
            <a:extLst>
              <a:ext uri="{FF2B5EF4-FFF2-40B4-BE49-F238E27FC236}">
                <a16:creationId xmlns:a16="http://schemas.microsoft.com/office/drawing/2014/main" id="{BA123E2D-4554-47D5-B0EC-0C47EDB416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44952" y="301752"/>
            <a:ext cx="2459736" cy="2505456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Resim eklemek için simgeye tıklayın</a:t>
            </a:r>
          </a:p>
        </p:txBody>
      </p:sp>
    </p:spTree>
    <p:extLst>
      <p:ext uri="{BB962C8B-B14F-4D97-AF65-F5344CB8AC3E}">
        <p14:creationId xmlns:p14="http://schemas.microsoft.com/office/powerpoint/2010/main" val="1257891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alnızca Başlık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sim Yer Tutucusu 32">
            <a:extLst>
              <a:ext uri="{FF2B5EF4-FFF2-40B4-BE49-F238E27FC236}">
                <a16:creationId xmlns:a16="http://schemas.microsoft.com/office/drawing/2014/main" id="{3186EA6A-5CD5-4DF7-9C8A-EDFAF28A80D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7111" y="407499"/>
            <a:ext cx="1952279" cy="1952279"/>
          </a:xfrm>
          <a:custGeom>
            <a:avLst/>
            <a:gdLst>
              <a:gd name="connsiteX0" fmla="*/ 976140 w 1952279"/>
              <a:gd name="connsiteY0" fmla="*/ 0 h 1952279"/>
              <a:gd name="connsiteX1" fmla="*/ 1952279 w 1952279"/>
              <a:gd name="connsiteY1" fmla="*/ 976140 h 1952279"/>
              <a:gd name="connsiteX2" fmla="*/ 976140 w 1952279"/>
              <a:gd name="connsiteY2" fmla="*/ 1952279 h 1952279"/>
              <a:gd name="connsiteX3" fmla="*/ 0 w 1952279"/>
              <a:gd name="connsiteY3" fmla="*/ 976140 h 1952279"/>
              <a:gd name="connsiteX4" fmla="*/ 976140 w 1952279"/>
              <a:gd name="connsiteY4" fmla="*/ 0 h 1952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2279" h="1952279">
                <a:moveTo>
                  <a:pt x="976140" y="0"/>
                </a:moveTo>
                <a:cubicBezTo>
                  <a:pt x="1515247" y="0"/>
                  <a:pt x="1952279" y="437033"/>
                  <a:pt x="1952279" y="976140"/>
                </a:cubicBezTo>
                <a:cubicBezTo>
                  <a:pt x="1952279" y="1515246"/>
                  <a:pt x="1515247" y="1952279"/>
                  <a:pt x="976140" y="1952279"/>
                </a:cubicBezTo>
                <a:cubicBezTo>
                  <a:pt x="437033" y="1952279"/>
                  <a:pt x="0" y="1515246"/>
                  <a:pt x="0" y="976140"/>
                </a:cubicBezTo>
                <a:cubicBezTo>
                  <a:pt x="0" y="437033"/>
                  <a:pt x="437033" y="0"/>
                  <a:pt x="976140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Resim eklemek için simgeye tıklayın</a:t>
            </a:r>
          </a:p>
        </p:txBody>
      </p:sp>
      <p:sp>
        <p:nvSpPr>
          <p:cNvPr id="32" name="Resim Yer Tutucusu 31">
            <a:extLst>
              <a:ext uri="{FF2B5EF4-FFF2-40B4-BE49-F238E27FC236}">
                <a16:creationId xmlns:a16="http://schemas.microsoft.com/office/drawing/2014/main" id="{83D5117F-F235-498D-99A5-9DE2D66557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345" y="1972581"/>
            <a:ext cx="2290065" cy="2273502"/>
          </a:xfrm>
          <a:custGeom>
            <a:avLst/>
            <a:gdLst>
              <a:gd name="connsiteX0" fmla="*/ 1145032 w 2290065"/>
              <a:gd name="connsiteY0" fmla="*/ 0 h 2273502"/>
              <a:gd name="connsiteX1" fmla="*/ 2290065 w 2290065"/>
              <a:gd name="connsiteY1" fmla="*/ 1145033 h 2273502"/>
              <a:gd name="connsiteX2" fmla="*/ 1375797 w 2290065"/>
              <a:gd name="connsiteY2" fmla="*/ 2266803 h 2273502"/>
              <a:gd name="connsiteX3" fmla="*/ 1331903 w 2290065"/>
              <a:gd name="connsiteY3" fmla="*/ 2273502 h 2273502"/>
              <a:gd name="connsiteX4" fmla="*/ 958162 w 2290065"/>
              <a:gd name="connsiteY4" fmla="*/ 2273502 h 2273502"/>
              <a:gd name="connsiteX5" fmla="*/ 914268 w 2290065"/>
              <a:gd name="connsiteY5" fmla="*/ 2266803 h 2273502"/>
              <a:gd name="connsiteX6" fmla="*/ 5911 w 2290065"/>
              <a:gd name="connsiteY6" fmla="*/ 1262106 h 2273502"/>
              <a:gd name="connsiteX7" fmla="*/ 0 w 2290065"/>
              <a:gd name="connsiteY7" fmla="*/ 1145053 h 2273502"/>
              <a:gd name="connsiteX8" fmla="*/ 0 w 2290065"/>
              <a:gd name="connsiteY8" fmla="*/ 1145014 h 2273502"/>
              <a:gd name="connsiteX9" fmla="*/ 5911 w 2290065"/>
              <a:gd name="connsiteY9" fmla="*/ 1027960 h 2273502"/>
              <a:gd name="connsiteX10" fmla="*/ 1145032 w 2290065"/>
              <a:gd name="connsiteY10" fmla="*/ 0 h 227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90065" h="2273502">
                <a:moveTo>
                  <a:pt x="1145032" y="0"/>
                </a:moveTo>
                <a:cubicBezTo>
                  <a:pt x="1777417" y="0"/>
                  <a:pt x="2290065" y="512649"/>
                  <a:pt x="2290065" y="1145033"/>
                </a:cubicBezTo>
                <a:cubicBezTo>
                  <a:pt x="2290065" y="1698370"/>
                  <a:pt x="1897569" y="2160033"/>
                  <a:pt x="1375797" y="2266803"/>
                </a:cubicBezTo>
                <a:lnTo>
                  <a:pt x="1331903" y="2273502"/>
                </a:lnTo>
                <a:lnTo>
                  <a:pt x="958162" y="2273502"/>
                </a:lnTo>
                <a:lnTo>
                  <a:pt x="914268" y="2266803"/>
                </a:lnTo>
                <a:cubicBezTo>
                  <a:pt x="429765" y="2167660"/>
                  <a:pt x="56730" y="1762511"/>
                  <a:pt x="5911" y="1262106"/>
                </a:cubicBezTo>
                <a:lnTo>
                  <a:pt x="0" y="1145053"/>
                </a:lnTo>
                <a:lnTo>
                  <a:pt x="0" y="1145014"/>
                </a:lnTo>
                <a:lnTo>
                  <a:pt x="5911" y="1027960"/>
                </a:lnTo>
                <a:cubicBezTo>
                  <a:pt x="64548" y="450571"/>
                  <a:pt x="552172" y="0"/>
                  <a:pt x="1145032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Resim eklemek için simgeye tıklayın</a:t>
            </a:r>
          </a:p>
        </p:txBody>
      </p:sp>
      <p:sp>
        <p:nvSpPr>
          <p:cNvPr id="31" name="Resim Yer Tutucusu 30">
            <a:extLst>
              <a:ext uri="{FF2B5EF4-FFF2-40B4-BE49-F238E27FC236}">
                <a16:creationId xmlns:a16="http://schemas.microsoft.com/office/drawing/2014/main" id="{E1E0A794-F1D3-4628-B5B1-9D48AB34C3D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79539" y="4386312"/>
            <a:ext cx="3119293" cy="2462810"/>
          </a:xfrm>
          <a:custGeom>
            <a:avLst/>
            <a:gdLst>
              <a:gd name="connsiteX0" fmla="*/ 1559647 w 3119293"/>
              <a:gd name="connsiteY0" fmla="*/ 0 h 2462810"/>
              <a:gd name="connsiteX1" fmla="*/ 3119293 w 3119293"/>
              <a:gd name="connsiteY1" fmla="*/ 1559647 h 2462810"/>
              <a:gd name="connsiteX2" fmla="*/ 2852930 w 3119293"/>
              <a:gd name="connsiteY2" fmla="*/ 2431660 h 2462810"/>
              <a:gd name="connsiteX3" fmla="*/ 2829636 w 3119293"/>
              <a:gd name="connsiteY3" fmla="*/ 2462810 h 2462810"/>
              <a:gd name="connsiteX4" fmla="*/ 289658 w 3119293"/>
              <a:gd name="connsiteY4" fmla="*/ 2462810 h 2462810"/>
              <a:gd name="connsiteX5" fmla="*/ 266363 w 3119293"/>
              <a:gd name="connsiteY5" fmla="*/ 2431660 h 2462810"/>
              <a:gd name="connsiteX6" fmla="*/ 0 w 3119293"/>
              <a:gd name="connsiteY6" fmla="*/ 1559647 h 2462810"/>
              <a:gd name="connsiteX7" fmla="*/ 1559647 w 3119293"/>
              <a:gd name="connsiteY7" fmla="*/ 0 h 246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19293" h="2462810">
                <a:moveTo>
                  <a:pt x="1559647" y="0"/>
                </a:moveTo>
                <a:cubicBezTo>
                  <a:pt x="2421016" y="0"/>
                  <a:pt x="3119293" y="698278"/>
                  <a:pt x="3119293" y="1559647"/>
                </a:cubicBezTo>
                <a:cubicBezTo>
                  <a:pt x="3119293" y="1882660"/>
                  <a:pt x="3021098" y="2182739"/>
                  <a:pt x="2852930" y="2431660"/>
                </a:cubicBezTo>
                <a:lnTo>
                  <a:pt x="2829636" y="2462810"/>
                </a:lnTo>
                <a:lnTo>
                  <a:pt x="289658" y="2462810"/>
                </a:lnTo>
                <a:lnTo>
                  <a:pt x="266363" y="2431660"/>
                </a:lnTo>
                <a:cubicBezTo>
                  <a:pt x="98195" y="2182739"/>
                  <a:pt x="0" y="1882660"/>
                  <a:pt x="0" y="1559647"/>
                </a:cubicBezTo>
                <a:cubicBezTo>
                  <a:pt x="0" y="698278"/>
                  <a:pt x="698278" y="0"/>
                  <a:pt x="155964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Resim eklemek için simgeye tıklayın</a:t>
            </a:r>
          </a:p>
        </p:txBody>
      </p:sp>
      <p:sp>
        <p:nvSpPr>
          <p:cNvPr id="30" name="Resim Yer Tutucusu 29">
            <a:extLst>
              <a:ext uri="{FF2B5EF4-FFF2-40B4-BE49-F238E27FC236}">
                <a16:creationId xmlns:a16="http://schemas.microsoft.com/office/drawing/2014/main" id="{B8D3F45B-B631-47D3-A33C-71CEC2B3602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905" y="4018982"/>
            <a:ext cx="3854161" cy="2839018"/>
          </a:xfrm>
          <a:custGeom>
            <a:avLst/>
            <a:gdLst>
              <a:gd name="connsiteX0" fmla="*/ 1927061 w 3854161"/>
              <a:gd name="connsiteY0" fmla="*/ 0 h 2839018"/>
              <a:gd name="connsiteX1" fmla="*/ 1927101 w 3854161"/>
              <a:gd name="connsiteY1" fmla="*/ 0 h 2839018"/>
              <a:gd name="connsiteX2" fmla="*/ 2124114 w 3854161"/>
              <a:gd name="connsiteY2" fmla="*/ 9948 h 2839018"/>
              <a:gd name="connsiteX3" fmla="*/ 3854161 w 3854161"/>
              <a:gd name="connsiteY3" fmla="*/ 1927080 h 2839018"/>
              <a:gd name="connsiteX4" fmla="*/ 3702722 w 3854161"/>
              <a:gd name="connsiteY4" fmla="*/ 2677187 h 2839018"/>
              <a:gd name="connsiteX5" fmla="*/ 3624763 w 3854161"/>
              <a:gd name="connsiteY5" fmla="*/ 2839018 h 2839018"/>
              <a:gd name="connsiteX6" fmla="*/ 229398 w 3854161"/>
              <a:gd name="connsiteY6" fmla="*/ 2839018 h 2839018"/>
              <a:gd name="connsiteX7" fmla="*/ 151440 w 3854161"/>
              <a:gd name="connsiteY7" fmla="*/ 2677187 h 2839018"/>
              <a:gd name="connsiteX8" fmla="*/ 0 w 3854161"/>
              <a:gd name="connsiteY8" fmla="*/ 1927080 h 2839018"/>
              <a:gd name="connsiteX9" fmla="*/ 1730048 w 3854161"/>
              <a:gd name="connsiteY9" fmla="*/ 9948 h 283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54161" h="2839018">
                <a:moveTo>
                  <a:pt x="1927061" y="0"/>
                </a:moveTo>
                <a:lnTo>
                  <a:pt x="1927101" y="0"/>
                </a:lnTo>
                <a:lnTo>
                  <a:pt x="2124114" y="9948"/>
                </a:lnTo>
                <a:cubicBezTo>
                  <a:pt x="3095856" y="108634"/>
                  <a:pt x="3854161" y="929301"/>
                  <a:pt x="3854161" y="1927080"/>
                </a:cubicBezTo>
                <a:cubicBezTo>
                  <a:pt x="3854161" y="2193154"/>
                  <a:pt x="3800237" y="2446634"/>
                  <a:pt x="3702722" y="2677187"/>
                </a:cubicBezTo>
                <a:lnTo>
                  <a:pt x="3624763" y="2839018"/>
                </a:lnTo>
                <a:lnTo>
                  <a:pt x="229398" y="2839018"/>
                </a:lnTo>
                <a:lnTo>
                  <a:pt x="151440" y="2677187"/>
                </a:lnTo>
                <a:cubicBezTo>
                  <a:pt x="53924" y="2446634"/>
                  <a:pt x="0" y="2193154"/>
                  <a:pt x="0" y="1927080"/>
                </a:cubicBezTo>
                <a:cubicBezTo>
                  <a:pt x="0" y="929301"/>
                  <a:pt x="758305" y="108634"/>
                  <a:pt x="1730048" y="9948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Resim eklemek için simgeye tıklayın</a:t>
            </a: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0" y="585216"/>
            <a:ext cx="5276088" cy="2276856"/>
          </a:xfrm>
        </p:spPr>
        <p:txBody>
          <a:bodyPr rtlCol="0" anchor="b"/>
          <a:lstStyle>
            <a:lvl1pPr algn="r">
              <a:defRPr sz="4800" b="1" cap="all" spc="4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Asıl başlık stilini düzenlemek için tıklayın</a:t>
            </a:r>
          </a:p>
        </p:txBody>
      </p:sp>
      <p:sp>
        <p:nvSpPr>
          <p:cNvPr id="3" name="Tarih Yer Tutucusu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03.09.20XX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tr-TR" noProof="0" smtClean="0"/>
              <a:pPr/>
              <a:t>‹#›</a:t>
            </a:fld>
            <a:endParaRPr lang="tr-TR" noProof="0"/>
          </a:p>
        </p:txBody>
      </p:sp>
      <p:sp>
        <p:nvSpPr>
          <p:cNvPr id="8" name="Grafik 32">
            <a:extLst>
              <a:ext uri="{FF2B5EF4-FFF2-40B4-BE49-F238E27FC236}">
                <a16:creationId xmlns:a16="http://schemas.microsoft.com/office/drawing/2014/main" id="{846CD0EA-B0AA-4845-81A5-4ADD7C58B12F}"/>
              </a:ext>
            </a:extLst>
          </p:cNvPr>
          <p:cNvSpPr/>
          <p:nvPr userDrawn="1"/>
        </p:nvSpPr>
        <p:spPr>
          <a:xfrm>
            <a:off x="1472366" y="185953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0" name="Grafik 33">
            <a:extLst>
              <a:ext uri="{FF2B5EF4-FFF2-40B4-BE49-F238E27FC236}">
                <a16:creationId xmlns:a16="http://schemas.microsoft.com/office/drawing/2014/main" id="{0E97A0CB-7CB1-47F0-BD48-EEECBAC39CD2}"/>
              </a:ext>
            </a:extLst>
          </p:cNvPr>
          <p:cNvSpPr/>
          <p:nvPr userDrawn="1"/>
        </p:nvSpPr>
        <p:spPr>
          <a:xfrm>
            <a:off x="2014523" y="3146867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2" name="Grafik 31">
            <a:extLst>
              <a:ext uri="{FF2B5EF4-FFF2-40B4-BE49-F238E27FC236}">
                <a16:creationId xmlns:a16="http://schemas.microsoft.com/office/drawing/2014/main" id="{477816C9-06CB-4BC5-B26B-6A2877BD941A}"/>
              </a:ext>
            </a:extLst>
          </p:cNvPr>
          <p:cNvSpPr/>
          <p:nvPr userDrawn="1"/>
        </p:nvSpPr>
        <p:spPr>
          <a:xfrm>
            <a:off x="5404920" y="4508295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cxnSp>
        <p:nvCxnSpPr>
          <p:cNvPr id="14" name="Düz Bağlayıcı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Yer Tutucusu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0" y="3127248"/>
            <a:ext cx="5276088" cy="1124712"/>
          </a:xfrm>
        </p:spPr>
        <p:txBody>
          <a:bodyPr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tr-TR" noProof="0"/>
              <a:t>Asıl metin stillerini düzenlemek için tıklayın</a:t>
            </a:r>
          </a:p>
        </p:txBody>
      </p:sp>
    </p:spTree>
    <p:extLst>
      <p:ext uri="{BB962C8B-B14F-4D97-AF65-F5344CB8AC3E}">
        <p14:creationId xmlns:p14="http://schemas.microsoft.com/office/powerpoint/2010/main" val="301045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/>
              <a:t>Asıl başlık stilini düzenlemek için tıklayın</a:t>
            </a:r>
          </a:p>
        </p:txBody>
      </p:sp>
      <p:sp>
        <p:nvSpPr>
          <p:cNvPr id="3" name="Tarih Yer Tutucusu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tr-TR" noProof="0"/>
              <a:t>03.09.20XX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tr-TR" noProof="0" smtClean="0"/>
              <a:t>‹#›</a:t>
            </a:fld>
            <a:endParaRPr lang="tr-TR" noProof="0"/>
          </a:p>
        </p:txBody>
      </p:sp>
      <p:cxnSp>
        <p:nvCxnSpPr>
          <p:cNvPr id="6" name="Düz Bağlayıcı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rih Yer Tutucusu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tr-TR" noProof="0"/>
              <a:t>03.09.20XX</a:t>
            </a:r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tr-TR" noProof="0" smtClean="0"/>
              <a:t>‹#›</a:t>
            </a:fld>
            <a:endParaRPr lang="tr-TR" noProof="0"/>
          </a:p>
        </p:txBody>
      </p:sp>
      <p:cxnSp>
        <p:nvCxnSpPr>
          <p:cNvPr id="5" name="Düz Bağlayıcı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Resim Yazı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tr-TR" noProof="0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tr-TR" noProof="0"/>
              <a:t>Asıl metin stillerini düzenlemek için tıklayın</a:t>
            </a:r>
          </a:p>
        </p:txBody>
      </p:sp>
      <p:sp>
        <p:nvSpPr>
          <p:cNvPr id="5" name="Tarih Yer Tutucusu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tr-TR" noProof="0"/>
              <a:t>03.09.20XX</a:t>
            </a:r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tr-TR" noProof="0" smtClean="0"/>
              <a:t>‹#›</a:t>
            </a:fld>
            <a:endParaRPr lang="tr-TR" noProof="0"/>
          </a:p>
        </p:txBody>
      </p:sp>
      <p:cxnSp>
        <p:nvCxnSpPr>
          <p:cNvPr id="8" name="Düz Bağlayıcı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8059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Resim Yazı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tr-TR" noProof="0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tr-TR" noProof="0"/>
              <a:t>Resim eklemek için simgeye tıklayın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tr-TR" noProof="0"/>
              <a:t>Asıl metin stillerini düzenlemek için tıklayın</a:t>
            </a:r>
          </a:p>
        </p:txBody>
      </p:sp>
      <p:sp>
        <p:nvSpPr>
          <p:cNvPr id="5" name="Tarih Yer Tutucusu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tr-TR" noProof="0"/>
              <a:t>03.09.20XX</a:t>
            </a:r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tr-TR" noProof="0" smtClean="0"/>
              <a:t>‹#›</a:t>
            </a:fld>
            <a:endParaRPr lang="tr-TR" noProof="0"/>
          </a:p>
        </p:txBody>
      </p:sp>
      <p:cxnSp>
        <p:nvCxnSpPr>
          <p:cNvPr id="8" name="Düz Bağlayıcı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775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tr-TR" noProof="0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</a:p>
        </p:txBody>
      </p:sp>
      <p:sp>
        <p:nvSpPr>
          <p:cNvPr id="4" name="Tarih Yer Tutucusu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tr-TR" noProof="0"/>
              <a:t>03.09.20XX</a:t>
            </a:r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8DA9DAA-006C-4F4B-980E-E3DF019B24E2}" type="slidenum">
              <a:rPr lang="tr-TR" noProof="0" smtClean="0"/>
              <a:t>‹#›</a:t>
            </a:fld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8" r:id="rId2"/>
    <p:sldLayoutId id="2147483717" r:id="rId3"/>
    <p:sldLayoutId id="2147483710" r:id="rId4"/>
    <p:sldLayoutId id="2147483709" r:id="rId5"/>
    <p:sldLayoutId id="2147483698" r:id="rId6"/>
    <p:sldLayoutId id="2147483713" r:id="rId7"/>
    <p:sldLayoutId id="2147483712" r:id="rId8"/>
    <p:sldLayoutId id="2147483700" r:id="rId9"/>
    <p:sldLayoutId id="2147483701" r:id="rId10"/>
    <p:sldLayoutId id="2147483716" r:id="rId11"/>
    <p:sldLayoutId id="2147483714" r:id="rId12"/>
    <p:sldLayoutId id="2147483715" r:id="rId13"/>
    <p:sldLayoutId id="2147483702" r:id="rId14"/>
    <p:sldLayoutId id="2147483703" r:id="rId15"/>
    <p:sldLayoutId id="2147483704" r:id="rId16"/>
    <p:sldLayoutId id="2147483705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-nc-nd/3.0/" TargetMode="External"/><Relationship Id="rId4" Type="http://schemas.openxmlformats.org/officeDocument/2006/relationships/hyperlink" Target="https://www.flickr.com/photos/arselectronica/5996559603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4">
                <a:lumMod val="75000"/>
              </a:schemeClr>
            </a:gs>
            <a:gs pos="0">
              <a:schemeClr val="bg2">
                <a:lumMod val="25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tr-TR" sz="5400" spc="400" dirty="0">
                <a:solidFill>
                  <a:schemeClr val="bg1"/>
                </a:solidFill>
              </a:rPr>
              <a:t>Modern bilim</a:t>
            </a:r>
            <a:br>
              <a:rPr lang="tr-TR" sz="5400" spc="400" dirty="0">
                <a:solidFill>
                  <a:schemeClr val="bg1"/>
                </a:solidFill>
              </a:rPr>
            </a:br>
            <a:r>
              <a:rPr lang="tr-TR" sz="5400" spc="400" dirty="0">
                <a:solidFill>
                  <a:schemeClr val="bg1"/>
                </a:solidFill>
              </a:rPr>
              <a:t>ve metafizik</a:t>
            </a:r>
            <a:endParaRPr lang="tr-TR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A5F14073-9F68-4B7E-A576-26899D58C7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tr-TR" sz="2000" dirty="0">
                <a:solidFill>
                  <a:schemeClr val="bg1"/>
                </a:solidFill>
                <a:latin typeface="Bahnschrift" panose="020B0502040204020203" pitchFamily="34" charset="0"/>
              </a:rPr>
              <a:t>Nurseza Karakaya</a:t>
            </a:r>
          </a:p>
          <a:p>
            <a:pPr rtl="0"/>
            <a:r>
              <a:rPr lang="tr-TR" dirty="0">
                <a:latin typeface="Bahnschrift" panose="020B0502040204020203" pitchFamily="34" charset="0"/>
              </a:rPr>
              <a:t>24360859038</a:t>
            </a:r>
            <a:endParaRPr lang="tr-TR" sz="20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rtl="0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4769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4">
                <a:lumMod val="75000"/>
              </a:schemeClr>
            </a:gs>
            <a:gs pos="0">
              <a:schemeClr val="accent2">
                <a:lumMod val="75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2">
            <a:extLst>
              <a:ext uri="{FF2B5EF4-FFF2-40B4-BE49-F238E27FC236}">
                <a16:creationId xmlns:a16="http://schemas.microsoft.com/office/drawing/2014/main" id="{1DDBBC93-70DF-4E4E-98E3-08124185A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9157" y="726630"/>
            <a:ext cx="4717651" cy="1441486"/>
          </a:xfrm>
        </p:spPr>
        <p:txBody>
          <a:bodyPr rtlCol="0">
            <a:normAutofit/>
          </a:bodyPr>
          <a:lstStyle/>
          <a:p>
            <a:pPr rtl="0"/>
            <a:r>
              <a:rPr lang="tr-TR" sz="5400" b="1" cap="all" spc="400" dirty="0">
                <a:solidFill>
                  <a:schemeClr val="bg1"/>
                </a:solidFill>
                <a:latin typeface="+mn-lt"/>
              </a:rPr>
              <a:t>Konular</a:t>
            </a:r>
            <a:endParaRPr lang="tr-TR" sz="5400" dirty="0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65DE74E9-AA78-46C1-845A-0B72FA8AF3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>
            <a:normAutofit/>
          </a:bodyPr>
          <a:lstStyle/>
          <a:p>
            <a:pPr algn="r" rtl="0"/>
            <a:r>
              <a:rPr lang="tr-TR" sz="2000" dirty="0">
                <a:solidFill>
                  <a:schemeClr val="bg1"/>
                </a:solidFill>
              </a:rPr>
              <a:t>Boşlukların Tanrısı Sloganı</a:t>
            </a:r>
          </a:p>
          <a:p>
            <a:pPr algn="r" rtl="0"/>
            <a:r>
              <a:rPr lang="tr-TR" sz="2000" dirty="0">
                <a:solidFill>
                  <a:schemeClr val="bg1"/>
                </a:solidFill>
              </a:rPr>
              <a:t>Evrenimize Açılan Kapı: Büyük Patlama</a:t>
            </a:r>
          </a:p>
          <a:p>
            <a:pPr algn="r" rtl="0"/>
            <a:r>
              <a:rPr lang="tr-TR" sz="2000" dirty="0">
                <a:solidFill>
                  <a:schemeClr val="bg1"/>
                </a:solidFill>
              </a:rPr>
              <a:t>Yaratıcı ve Zaman</a:t>
            </a:r>
          </a:p>
        </p:txBody>
      </p:sp>
      <p:pic>
        <p:nvPicPr>
          <p:cNvPr id="6" name="Resim Yer Tutucusu 5" descr="gün batımı sırasında dağlar">
            <a:extLst>
              <a:ext uri="{FF2B5EF4-FFF2-40B4-BE49-F238E27FC236}">
                <a16:creationId xmlns:a16="http://schemas.microsoft.com/office/drawing/2014/main" id="{4642631A-6ABE-41EA-A308-9CF1230F142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/>
          <a:stretch/>
        </p:blipFill>
        <p:spPr/>
      </p:pic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AEEDFC2F-FF0A-4EC9-A0BB-0AA2B1E6B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dirty="0"/>
              <a:t>Modern bilim &amp; metafizik</a:t>
            </a:r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6DCF8D89-56D9-4E2B-9838-07DFB6E9D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tr-TR" smtClean="0"/>
              <a:pPr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13598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2">
            <a:extLst>
              <a:ext uri="{FF2B5EF4-FFF2-40B4-BE49-F238E27FC236}">
                <a16:creationId xmlns:a16="http://schemas.microsoft.com/office/drawing/2014/main" id="{0115FF41-AFA4-4D25-AB42-AB034F4B4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1126677"/>
            <a:ext cx="6190488" cy="849080"/>
          </a:xfrm>
        </p:spPr>
        <p:txBody>
          <a:bodyPr rtlCol="0">
            <a:normAutofit fontScale="90000"/>
          </a:bodyPr>
          <a:lstStyle/>
          <a:p>
            <a:r>
              <a:rPr lang="tr-TR" dirty="0">
                <a:latin typeface="Book Antiqua" panose="02040602050305030304" pitchFamily="18" charset="0"/>
                <a:ea typeface="BIZ UDGothic" panose="020B0400000000000000" pitchFamily="33" charset="-128"/>
              </a:rPr>
              <a:t>«Boşlukların Tanrısı»</a:t>
            </a:r>
            <a:endParaRPr lang="tr-TR" dirty="0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B0881FA9-F3B0-4912-B0E1-352094195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2" y="2384619"/>
            <a:ext cx="6190488" cy="3346704"/>
          </a:xfrm>
        </p:spPr>
        <p:txBody>
          <a:bodyPr rtlCol="0"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dirty="0"/>
              <a:t>Yaratıcının varlığına duyulan inanç, bilimsel çalışmaların yürütülmesine engel midir?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dirty="0"/>
              <a:t>Boşlukların Tanrısı nedir?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dirty="0"/>
              <a:t>Richard </a:t>
            </a:r>
            <a:r>
              <a:rPr lang="tr-TR" dirty="0" err="1"/>
              <a:t>Dawkins’in</a:t>
            </a:r>
            <a:r>
              <a:rPr lang="tr-TR" dirty="0"/>
              <a:t> «Tanrı Yanılgısı» kitabında </a:t>
            </a:r>
            <a:r>
              <a:rPr lang="tr-TR" dirty="0" err="1"/>
              <a:t>teistleri</a:t>
            </a:r>
            <a:r>
              <a:rPr lang="tr-TR" dirty="0"/>
              <a:t> bu konuda eleştirmesi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dirty="0" err="1"/>
              <a:t>Teistlerin</a:t>
            </a:r>
            <a:r>
              <a:rPr lang="tr-TR" dirty="0"/>
              <a:t>, bu fiziksel olayların </a:t>
            </a:r>
            <a:r>
              <a:rPr lang="tr-TR" i="1" dirty="0"/>
              <a:t>ne için </a:t>
            </a:r>
            <a:r>
              <a:rPr lang="tr-TR" dirty="0"/>
              <a:t>gerçekleştiğine cevap veremeyen bilimin dışında kalan başka bir konuyu akla en mantıklı gelecek şekilde izah etmeye çalışması</a:t>
            </a:r>
          </a:p>
          <a:p>
            <a:pPr rtl="0"/>
            <a:endParaRPr lang="tr-TR" dirty="0"/>
          </a:p>
        </p:txBody>
      </p:sp>
      <p:pic>
        <p:nvPicPr>
          <p:cNvPr id="8" name="Resim Yer Tutucusu 7" descr="şafaktan hemen önce, karanlık gökyüzünün altındaki dağlar">
            <a:extLst>
              <a:ext uri="{FF2B5EF4-FFF2-40B4-BE49-F238E27FC236}">
                <a16:creationId xmlns:a16="http://schemas.microsoft.com/office/drawing/2014/main" id="{B53D1AAB-32B2-4F04-828F-AB1C758AF00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71" r="71"/>
          <a:stretch/>
        </p:blipFill>
        <p:spPr/>
      </p:pic>
      <p:sp>
        <p:nvSpPr>
          <p:cNvPr id="10" name="Alt Bilgi Yer Tutucusu 9">
            <a:extLst>
              <a:ext uri="{FF2B5EF4-FFF2-40B4-BE49-F238E27FC236}">
                <a16:creationId xmlns:a16="http://schemas.microsoft.com/office/drawing/2014/main" id="{A8C7C3A0-5E78-49C8-B8D4-F3DF62B2B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dirty="0"/>
              <a:t>Modern bilim &amp; metafizik</a:t>
            </a:r>
          </a:p>
        </p:txBody>
      </p:sp>
      <p:sp>
        <p:nvSpPr>
          <p:cNvPr id="11" name="Slayt Numarası Yer Tutucusu 10">
            <a:extLst>
              <a:ext uri="{FF2B5EF4-FFF2-40B4-BE49-F238E27FC236}">
                <a16:creationId xmlns:a16="http://schemas.microsoft.com/office/drawing/2014/main" id="{56AE2454-CE9A-4A6B-AB5A-349E0D967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tr-TR" smtClean="0"/>
              <a:pPr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5334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FACDA59-55A0-4EA5-B3E4-646D1D3B4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tr-TR" sz="5400" dirty="0">
                <a:latin typeface="Book Antiqua" panose="02040602050305030304" pitchFamily="18" charset="0"/>
                <a:ea typeface="BIZ UDGothic" panose="020B0400000000000000" pitchFamily="33" charset="-128"/>
              </a:rPr>
              <a:t>«Boşlukların Tanrısı» </a:t>
            </a:r>
            <a:r>
              <a:rPr lang="tr-TR" sz="3600" dirty="0">
                <a:latin typeface="Book Antiqua" panose="02040602050305030304" pitchFamily="18" charset="0"/>
                <a:ea typeface="BIZ UDGothic" panose="020B0400000000000000" pitchFamily="33" charset="-128"/>
              </a:rPr>
              <a:t>devam..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1FE9CB6C-6FF8-4B8C-9B41-2DDD39B25D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1439" y="2082574"/>
            <a:ext cx="9697447" cy="3684588"/>
          </a:xfrm>
        </p:spPr>
        <p:txBody>
          <a:bodyPr rtlCol="0">
            <a:normAutofit/>
          </a:bodyPr>
          <a:lstStyle/>
          <a:p>
            <a:pPr rtl="0"/>
            <a:r>
              <a:rPr lang="tr-TR" sz="2000" dirty="0" err="1"/>
              <a:t>Laplace</a:t>
            </a:r>
            <a:r>
              <a:rPr lang="tr-TR" sz="2000" dirty="0"/>
              <a:t> ile Napolyon arasında geçtiği iddia edilen diyalog</a:t>
            </a:r>
          </a:p>
          <a:p>
            <a:r>
              <a:rPr lang="tr-TR" dirty="0"/>
              <a:t>Toplumda sloganlara dayalı yüzeysel düşüncenin ne kadar yaygın olduğu</a:t>
            </a:r>
          </a:p>
          <a:p>
            <a:r>
              <a:rPr lang="tr-TR" dirty="0"/>
              <a:t>Bilimin varlığı, sanıldığının aksine bir yaratıcının varlığına ters değildir.</a:t>
            </a:r>
          </a:p>
          <a:p>
            <a:r>
              <a:rPr lang="tr-TR" dirty="0"/>
              <a:t>Bir bestenin biçimsel analizinin yapılması, o bestenin bir bestecisinin olmadığını kanıtlamaz.</a:t>
            </a:r>
          </a:p>
          <a:p>
            <a:r>
              <a:rPr lang="tr-TR" dirty="0"/>
              <a:t>Bilim var olduğu için Tanrı var değildir, Tanrı var olduğu için bilim ve bu doğa kanunları vardır.</a:t>
            </a:r>
          </a:p>
          <a:p>
            <a:r>
              <a:rPr lang="tr-TR" dirty="0"/>
              <a:t>Allah’a yakınlaşmamız için var olan bu kâinatı ve düzeni anlamamız gerekir. Allah’ın yaratmış olduğu bu fiziksel düzeni anlamanın yolu ise bilimden geçer.</a:t>
            </a:r>
          </a:p>
          <a:p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3124766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4FDFB95-2803-4882-8DE6-333A75D37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1103943"/>
            <a:ext cx="5040085" cy="1410657"/>
          </a:xfrm>
        </p:spPr>
        <p:txBody>
          <a:bodyPr rtlCol="0">
            <a:normAutofit/>
          </a:bodyPr>
          <a:lstStyle/>
          <a:p>
            <a:pPr rtl="0"/>
            <a:r>
              <a:rPr lang="tr-TR" sz="4000" dirty="0">
                <a:latin typeface="Book Antiqua" panose="02040602050305030304" pitchFamily="18" charset="0"/>
              </a:rPr>
              <a:t>Evrenimize Açılan Kapı: Büyük Patlama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8AFC25C2-2815-4A92-A043-0CEC83591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3292318"/>
            <a:ext cx="4434835" cy="510474"/>
          </a:xfrm>
        </p:spPr>
        <p:txBody>
          <a:bodyPr rtlCol="0">
            <a:noAutofit/>
          </a:bodyPr>
          <a:lstStyle/>
          <a:p>
            <a:pPr rtl="0"/>
            <a:r>
              <a:rPr lang="tr-TR" sz="2000" dirty="0">
                <a:latin typeface="Bahnschrift" panose="020B0502040204020203" pitchFamily="34" charset="0"/>
              </a:rPr>
              <a:t>Büyük patlama nedir?</a:t>
            </a:r>
          </a:p>
          <a:p>
            <a:pPr rtl="0"/>
            <a:r>
              <a:rPr lang="tr-TR" sz="2000" dirty="0">
                <a:latin typeface="Bahnschrift" panose="020B0502040204020203" pitchFamily="34" charset="0"/>
              </a:rPr>
              <a:t>Büyük patlama nasıl gerçekleşti ve öncesinde ne vardı?</a:t>
            </a:r>
          </a:p>
          <a:p>
            <a:pPr rtl="0"/>
            <a:r>
              <a:rPr lang="tr-TR" sz="2000" dirty="0">
                <a:latin typeface="Bahnschrift" panose="020B0502040204020203" pitchFamily="34" charset="0"/>
              </a:rPr>
              <a:t>“Zaman” kavramının da Büyük Patlama ile oluşması</a:t>
            </a:r>
          </a:p>
        </p:txBody>
      </p:sp>
      <p:pic>
        <p:nvPicPr>
          <p:cNvPr id="8" name="Resim Yer Tutucusu 7">
            <a:extLst>
              <a:ext uri="{FF2B5EF4-FFF2-40B4-BE49-F238E27FC236}">
                <a16:creationId xmlns:a16="http://schemas.microsoft.com/office/drawing/2014/main" id="{8DD372BB-220C-48D2-B19A-562BE88C210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/>
      </p:pic>
      <p:sp>
        <p:nvSpPr>
          <p:cNvPr id="9" name="Alt Bilgi Yer Tutucusu 8">
            <a:extLst>
              <a:ext uri="{FF2B5EF4-FFF2-40B4-BE49-F238E27FC236}">
                <a16:creationId xmlns:a16="http://schemas.microsoft.com/office/drawing/2014/main" id="{A2055D38-CE59-4FC4-85CE-CF9DA81D8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dirty="0"/>
              <a:t>Modern bilim ve metafizik</a:t>
            </a:r>
          </a:p>
        </p:txBody>
      </p:sp>
      <p:sp>
        <p:nvSpPr>
          <p:cNvPr id="10" name="Slayt Numarası Yer Tutucusu 9">
            <a:extLst>
              <a:ext uri="{FF2B5EF4-FFF2-40B4-BE49-F238E27FC236}">
                <a16:creationId xmlns:a16="http://schemas.microsoft.com/office/drawing/2014/main" id="{FE0D311A-C366-4A86-9404-C0F5CBF9C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tr-TR" smtClean="0"/>
              <a:pPr rtl="0"/>
              <a:t>5</a:t>
            </a:fld>
            <a:endParaRPr lang="tr-TR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FEF897F8-8768-1F1C-F40A-80CE5C0A38DC}"/>
              </a:ext>
            </a:extLst>
          </p:cNvPr>
          <p:cNvSpPr txBox="1"/>
          <p:nvPr/>
        </p:nvSpPr>
        <p:spPr>
          <a:xfrm>
            <a:off x="283464" y="6565392"/>
            <a:ext cx="52212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>
                <a:hlinkClick r:id="rId4" tooltip="https://www.flickr.com/photos/arselectronica/5996559603"/>
              </a:rPr>
              <a:t>Bu Fotoğraf</a:t>
            </a:r>
            <a:r>
              <a:rPr lang="tr-TR" sz="900"/>
              <a:t>, Bilinmeyen Yazar, </a:t>
            </a:r>
            <a:r>
              <a:rPr lang="tr-TR" sz="900">
                <a:hlinkClick r:id="rId5" tooltip="https://creativecommons.org/licenses/by-nc-nd/3.0/"/>
              </a:rPr>
              <a:t>CC BY-NC-ND</a:t>
            </a:r>
            <a:r>
              <a:rPr lang="tr-TR" sz="900"/>
              <a:t> altında lisanslanmıştır</a:t>
            </a:r>
          </a:p>
        </p:txBody>
      </p:sp>
    </p:spTree>
    <p:extLst>
      <p:ext uri="{BB962C8B-B14F-4D97-AF65-F5344CB8AC3E}">
        <p14:creationId xmlns:p14="http://schemas.microsoft.com/office/powerpoint/2010/main" val="3561473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FACDA59-55A0-4EA5-B3E4-646D1D3B4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tr-TR" sz="5400" dirty="0">
                <a:latin typeface="Book Antiqua" panose="02040602050305030304" pitchFamily="18" charset="0"/>
              </a:rPr>
              <a:t>Büyük Patlama </a:t>
            </a:r>
            <a:r>
              <a:rPr lang="tr-TR" sz="3600" dirty="0">
                <a:latin typeface="Book Antiqua" panose="02040602050305030304" pitchFamily="18" charset="0"/>
              </a:rPr>
              <a:t>devam..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14ABC42-7E22-4F59-A0B6-AD98B5CAE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7799" y="1991406"/>
            <a:ext cx="5099957" cy="823912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tr-TR" dirty="0"/>
              <a:t>Akıl-üstü(aklı aşan) ve </a:t>
            </a:r>
          </a:p>
          <a:p>
            <a:pPr rtl="0"/>
            <a:r>
              <a:rPr lang="tr-TR" dirty="0"/>
              <a:t>akıl-dışının (saçmalık) ayrımı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1FE9CB6C-6FF8-4B8C-9B41-2DDD39B25D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7799" y="3429000"/>
            <a:ext cx="8088087" cy="2365374"/>
          </a:xfrm>
        </p:spPr>
        <p:txBody>
          <a:bodyPr rtlCol="0">
            <a:normAutofit/>
          </a:bodyPr>
          <a:lstStyle/>
          <a:p>
            <a:r>
              <a:rPr lang="tr-TR" dirty="0"/>
              <a:t>Büyük patlamaya sebep olan bir şeye inanılması </a:t>
            </a:r>
            <a:r>
              <a:rPr lang="tr-TR" i="1" dirty="0"/>
              <a:t>akıl-üstüdür</a:t>
            </a:r>
            <a:r>
              <a:rPr lang="tr-TR" dirty="0"/>
              <a:t>.</a:t>
            </a:r>
          </a:p>
          <a:p>
            <a:r>
              <a:rPr lang="tr-TR" dirty="0"/>
              <a:t>Edwin’in «</a:t>
            </a:r>
            <a:r>
              <a:rPr lang="tr-TR" dirty="0" err="1"/>
              <a:t>Düzülke</a:t>
            </a:r>
            <a:r>
              <a:rPr lang="tr-TR" dirty="0"/>
              <a:t>» isimli kitabındaki 2 boyutlu dünya</a:t>
            </a:r>
          </a:p>
          <a:p>
            <a:r>
              <a:rPr lang="tr-TR" sz="2000" dirty="0"/>
              <a:t>Aynı şekilde bizim 4. boyutu algılayamamamız</a:t>
            </a:r>
          </a:p>
          <a:p>
            <a:r>
              <a:rPr lang="tr-TR" dirty="0"/>
              <a:t>Allah zatının idrak edilmesinin mümkün olmaması</a:t>
            </a: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1403455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09FB28F-C9D7-439B-B863-44B4E851A0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8" y="510758"/>
            <a:ext cx="5306885" cy="886968"/>
          </a:xfrm>
        </p:spPr>
        <p:txBody>
          <a:bodyPr rtlCol="0">
            <a:normAutofit/>
          </a:bodyPr>
          <a:lstStyle/>
          <a:p>
            <a:pPr rtl="0"/>
            <a:r>
              <a:rPr lang="tr-TR" sz="4800" dirty="0">
                <a:latin typeface="Book Antiqua" panose="02040602050305030304" pitchFamily="18" charset="0"/>
              </a:rPr>
              <a:t>Yaratıcı ve Zaman</a:t>
            </a:r>
          </a:p>
        </p:txBody>
      </p:sp>
      <p:sp>
        <p:nvSpPr>
          <p:cNvPr id="8" name="Alt Başlık 7">
            <a:extLst>
              <a:ext uri="{FF2B5EF4-FFF2-40B4-BE49-F238E27FC236}">
                <a16:creationId xmlns:a16="http://schemas.microsoft.com/office/drawing/2014/main" id="{50061247-EA4F-4DFA-AFCE-648487762C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99" y="1554480"/>
            <a:ext cx="5221224" cy="4853487"/>
          </a:xfrm>
        </p:spPr>
        <p:txBody>
          <a:bodyPr rtlCol="0">
            <a:normAutofit fontScale="92500" lnSpcReduction="20000"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tr-TR" dirty="0"/>
              <a:t>“Büyük Patlamadan önce Tanrı vardı” tezi Yaratıcıyı bizim zaman algımıza hapsetmektedir.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tr-TR" dirty="0" err="1"/>
              <a:t>Krauss’a</a:t>
            </a:r>
            <a:r>
              <a:rPr lang="tr-TR" dirty="0"/>
              <a:t> göre, ebediyen var olan bir yaratıcının varlığını savunmak ile yaratıcısı olmadan ebediyen var olan evrenin varlığını savunmak arasında pek bir fark yoktur.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dirty="0"/>
              <a:t>Şu ana kadar tanımlanan bütün fizik kanunları aslında zamana bağımlıdır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dirty="0"/>
              <a:t>Louis </a:t>
            </a:r>
            <a:r>
              <a:rPr lang="tr-TR" dirty="0" err="1"/>
              <a:t>Neel</a:t>
            </a:r>
            <a:r>
              <a:rPr lang="tr-TR" dirty="0"/>
              <a:t> ise Büyük patlamaya neyin yol açtığını bilmemize imkan olmadığını, deneye dayalı bir bilim olan fiziğin bunu açıklayamayacağını söylemiştir.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dirty="0"/>
              <a:t>Dolayısıyla bu konu fiziğin değil, metafiziğin alanına girer.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tr-TR" dirty="0"/>
          </a:p>
        </p:txBody>
      </p:sp>
      <p:pic>
        <p:nvPicPr>
          <p:cNvPr id="22" name="Resim Yer Tutucusu 21" descr="alacakaranlık gökyüzünün altındaki dağlar">
            <a:extLst>
              <a:ext uri="{FF2B5EF4-FFF2-40B4-BE49-F238E27FC236}">
                <a16:creationId xmlns:a16="http://schemas.microsoft.com/office/drawing/2014/main" id="{D8AC51EB-1C22-4303-8354-FC97950C7DE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t="63" b="63"/>
          <a:stretch/>
        </p:blipFill>
        <p:spPr/>
      </p:pic>
      <p:pic>
        <p:nvPicPr>
          <p:cNvPr id="18" name="Resim Yer Tutucusu 17" descr="gün batımı sırasında dağlar">
            <a:extLst>
              <a:ext uri="{FF2B5EF4-FFF2-40B4-BE49-F238E27FC236}">
                <a16:creationId xmlns:a16="http://schemas.microsoft.com/office/drawing/2014/main" id="{B503D699-E643-4969-9463-5C6331D0C86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/>
          <a:srcRect t="177" b="177"/>
          <a:stretch/>
        </p:blipFill>
        <p:spPr/>
      </p:pic>
      <p:pic>
        <p:nvPicPr>
          <p:cNvPr id="20" name="Resim Yer Tutucusu 19" descr="gün batımı sırasında dağlar">
            <a:extLst>
              <a:ext uri="{FF2B5EF4-FFF2-40B4-BE49-F238E27FC236}">
                <a16:creationId xmlns:a16="http://schemas.microsoft.com/office/drawing/2014/main" id="{B8714555-7486-4DD7-A96C-52C27648358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5"/>
          <a:srcRect t="209" b="209"/>
          <a:stretch/>
        </p:blipFill>
        <p:spPr/>
      </p:pic>
      <p:sp>
        <p:nvSpPr>
          <p:cNvPr id="23" name="Alt Bilgi Yer Tutucusu 22">
            <a:extLst>
              <a:ext uri="{FF2B5EF4-FFF2-40B4-BE49-F238E27FC236}">
                <a16:creationId xmlns:a16="http://schemas.microsoft.com/office/drawing/2014/main" id="{249ACE4E-0038-4BA2-8883-8C3F73B79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dirty="0"/>
              <a:t>Modern bilim ve metafizik</a:t>
            </a:r>
          </a:p>
        </p:txBody>
      </p:sp>
      <p:sp>
        <p:nvSpPr>
          <p:cNvPr id="24" name="Slayt Numarası Yer Tutucusu 23">
            <a:extLst>
              <a:ext uri="{FF2B5EF4-FFF2-40B4-BE49-F238E27FC236}">
                <a16:creationId xmlns:a16="http://schemas.microsoft.com/office/drawing/2014/main" id="{9A686A52-7630-4675-B383-8C2AD252E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tr-TR" smtClean="0"/>
              <a:pPr rtl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84772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4">
                <a:lumMod val="75000"/>
              </a:schemeClr>
            </a:gs>
            <a:gs pos="0">
              <a:schemeClr val="accent1">
                <a:lumMod val="5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05408798-0DB3-46BF-880E-7BB904D70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5950" y="2406832"/>
            <a:ext cx="8420100" cy="1325880"/>
          </a:xfrm>
        </p:spPr>
        <p:txBody>
          <a:bodyPr rtlCol="0">
            <a:noAutofit/>
          </a:bodyPr>
          <a:lstStyle/>
          <a:p>
            <a:r>
              <a:rPr lang="tr-TR" sz="2800" dirty="0"/>
              <a:t>“O zaman </a:t>
            </a:r>
            <a:r>
              <a:rPr lang="tr-TR" sz="2800" dirty="0" err="1"/>
              <a:t>Yaratıcı’yı</a:t>
            </a:r>
            <a:r>
              <a:rPr lang="tr-TR" sz="2800" dirty="0"/>
              <a:t> kim yarattı?” gibi teizme karşı argüman sunanların, metafizik ile fizik arasında büyük bir kavram karmaşası yaşadıkları ise apaçık ortadadır.</a:t>
            </a:r>
          </a:p>
        </p:txBody>
      </p:sp>
    </p:spTree>
    <p:extLst>
      <p:ext uri="{BB962C8B-B14F-4D97-AF65-F5344CB8AC3E}">
        <p14:creationId xmlns:p14="http://schemas.microsoft.com/office/powerpoint/2010/main" val="2227882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arih Yer Tutucusu 21">
            <a:extLst>
              <a:ext uri="{FF2B5EF4-FFF2-40B4-BE49-F238E27FC236}">
                <a16:creationId xmlns:a16="http://schemas.microsoft.com/office/drawing/2014/main" id="{692474E6-3035-46B8-9C05-9B4204E8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tr-TR" dirty="0"/>
              <a:t>31.12.2025</a:t>
            </a:r>
          </a:p>
        </p:txBody>
      </p:sp>
      <p:sp>
        <p:nvSpPr>
          <p:cNvPr id="24" name="Slayt Numarası Yer Tutucusu 23">
            <a:extLst>
              <a:ext uri="{FF2B5EF4-FFF2-40B4-BE49-F238E27FC236}">
                <a16:creationId xmlns:a16="http://schemas.microsoft.com/office/drawing/2014/main" id="{5D838446-B95D-4AB7-B8CA-D5804BB7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tr-TR" smtClean="0"/>
              <a:pPr rtl="0"/>
              <a:t>9</a:t>
            </a:fld>
            <a:endParaRPr lang="tr-TR"/>
          </a:p>
        </p:txBody>
      </p:sp>
      <p:sp>
        <p:nvSpPr>
          <p:cNvPr id="23" name="Alt Bilgi Yer Tutucusu 22">
            <a:extLst>
              <a:ext uri="{FF2B5EF4-FFF2-40B4-BE49-F238E27FC236}">
                <a16:creationId xmlns:a16="http://schemas.microsoft.com/office/drawing/2014/main" id="{DE8D546E-0F46-4CC0-B2B1-8B2430D00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dirty="0"/>
              <a:t>Modern bilim &amp; metafizik</a:t>
            </a:r>
          </a:p>
        </p:txBody>
      </p:sp>
      <p:pic>
        <p:nvPicPr>
          <p:cNvPr id="9" name="Resim Yer Tutucusu 8" descr="gün batımı sırasında dağlar">
            <a:extLst>
              <a:ext uri="{FF2B5EF4-FFF2-40B4-BE49-F238E27FC236}">
                <a16:creationId xmlns:a16="http://schemas.microsoft.com/office/drawing/2014/main" id="{C82DA925-978C-48A9-98AD-0653B7A3D2D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 t="41" b="41"/>
          <a:stretch/>
        </p:blipFill>
        <p:spPr/>
      </p:pic>
      <p:pic>
        <p:nvPicPr>
          <p:cNvPr id="11" name="Resim Yer Tutucusu 10" descr="gün batımı sırasında dağlar">
            <a:extLst>
              <a:ext uri="{FF2B5EF4-FFF2-40B4-BE49-F238E27FC236}">
                <a16:creationId xmlns:a16="http://schemas.microsoft.com/office/drawing/2014/main" id="{E63B7C3F-04A4-43F6-881D-FA11061CBAF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/>
          <a:srcRect t="347" b="347"/>
          <a:stretch/>
        </p:blipFill>
        <p:spPr/>
      </p:pic>
      <p:sp>
        <p:nvSpPr>
          <p:cNvPr id="6" name="Başlık 5">
            <a:extLst>
              <a:ext uri="{FF2B5EF4-FFF2-40B4-BE49-F238E27FC236}">
                <a16:creationId xmlns:a16="http://schemas.microsoft.com/office/drawing/2014/main" id="{FF777B66-94CB-491C-AC6B-BDAC98E21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/>
              <a:t>Teşekkürler</a:t>
            </a:r>
          </a:p>
        </p:txBody>
      </p:sp>
      <p:sp>
        <p:nvSpPr>
          <p:cNvPr id="7" name="Metin Yer Tutucusu 6">
            <a:extLst>
              <a:ext uri="{FF2B5EF4-FFF2-40B4-BE49-F238E27FC236}">
                <a16:creationId xmlns:a16="http://schemas.microsoft.com/office/drawing/2014/main" id="{42AF1107-8D35-4E35-93C7-D3640946F7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r>
              <a:rPr lang="tr-TR" dirty="0"/>
              <a:t>Nurseza Karakaya</a:t>
            </a:r>
          </a:p>
          <a:p>
            <a:pPr rtl="0"/>
            <a:r>
              <a:rPr lang="tr-TR" dirty="0"/>
              <a:t>24360859038</a:t>
            </a:r>
          </a:p>
          <a:p>
            <a:pPr rtl="0"/>
            <a:endParaRPr lang="tr-TR" dirty="0"/>
          </a:p>
        </p:txBody>
      </p:sp>
      <p:pic>
        <p:nvPicPr>
          <p:cNvPr id="15" name="Resim Yer Tutucusu 14" descr="alacakaranlık gökyüzünün altındaki dağlar">
            <a:extLst>
              <a:ext uri="{FF2B5EF4-FFF2-40B4-BE49-F238E27FC236}">
                <a16:creationId xmlns:a16="http://schemas.microsoft.com/office/drawing/2014/main" id="{3D15FDC1-74B5-4FD8-BD17-0E2502C411A6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5"/>
          <a:srcRect l="16" r="16"/>
          <a:stretch/>
        </p:blipFill>
        <p:spPr/>
      </p:pic>
      <p:pic>
        <p:nvPicPr>
          <p:cNvPr id="13" name="Resim Yer Tutucusu 12" descr="şafaktan hemen önce, karanlık gökyüzünün altındaki dağlar">
            <a:extLst>
              <a:ext uri="{FF2B5EF4-FFF2-40B4-BE49-F238E27FC236}">
                <a16:creationId xmlns:a16="http://schemas.microsoft.com/office/drawing/2014/main" id="{E02C4914-F076-4415-9C5D-A9BDB6CC6110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6"/>
          <a:srcRect t="108" b="108"/>
          <a:stretch/>
        </p:blipFill>
        <p:spPr/>
      </p:pic>
    </p:spTree>
    <p:extLst>
      <p:ext uri="{BB962C8B-B14F-4D97-AF65-F5344CB8AC3E}">
        <p14:creationId xmlns:p14="http://schemas.microsoft.com/office/powerpoint/2010/main" val="927313156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Univers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167185_TF89338750_Win32.potx" id="{7F167A53-1BFB-47B1-B18D-80965C855A21}" vid="{3E5DCE5D-3C45-4BA8-AE8E-27C7B8135B92}"/>
    </a:ext>
  </a:extLst>
</a:theme>
</file>

<file path=ppt/theme/theme2.xml><?xml version="1.0" encoding="utf-8"?>
<a:theme xmlns:a="http://schemas.openxmlformats.org/drawingml/2006/main" name="Ofis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C8E00D1-8EA3-4E42-801D-0253E1EAFC2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BC329F5-30EE-4BF7-AA2A-B837B51416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9919F73-B6C2-4A43-95E2-833EC48925FE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{4F0F168E-12AA-4EEC-8541-E74B678DDC83}TF54b766f8-63ee-43b7-9d15-113a5f30502804f2464d_win32-5d87dbb79ad6</Template>
  <TotalTime>178</TotalTime>
  <Words>398</Words>
  <Application>Microsoft Office PowerPoint</Application>
  <PresentationFormat>Geniş ekran</PresentationFormat>
  <Paragraphs>61</Paragraphs>
  <Slides>9</Slides>
  <Notes>9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5" baseType="lpstr">
      <vt:lpstr>Arial</vt:lpstr>
      <vt:lpstr>Bahnschrift</vt:lpstr>
      <vt:lpstr>Book Antiqua</vt:lpstr>
      <vt:lpstr>Calibri</vt:lpstr>
      <vt:lpstr>Univers</vt:lpstr>
      <vt:lpstr>GradientUnivers</vt:lpstr>
      <vt:lpstr>Modern bilim ve metafizik</vt:lpstr>
      <vt:lpstr>Konular</vt:lpstr>
      <vt:lpstr>«Boşlukların Tanrısı»</vt:lpstr>
      <vt:lpstr>«Boşlukların Tanrısı» devam..</vt:lpstr>
      <vt:lpstr>Evrenimize Açılan Kapı: Büyük Patlama</vt:lpstr>
      <vt:lpstr>Büyük Patlama devam..</vt:lpstr>
      <vt:lpstr>Yaratıcı ve Zaman</vt:lpstr>
      <vt:lpstr>PowerPoint Sunusu</vt:lpstr>
      <vt:lpstr>Teşekkürler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Abdulhakim Karakaya</dc:creator>
  <cp:lastModifiedBy>Abdulhakim Karakaya</cp:lastModifiedBy>
  <cp:revision>33</cp:revision>
  <dcterms:created xsi:type="dcterms:W3CDTF">2025-12-29T15:32:31Z</dcterms:created>
  <dcterms:modified xsi:type="dcterms:W3CDTF">2025-12-29T18:33:47Z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